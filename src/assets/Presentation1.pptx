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09BAA-3502-4128-9832-1D227A115154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CAF0D-37F4-4ED1-B6BD-B80F0AACE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381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CAF0D-37F4-4ED1-B6BD-B80F0AACEC3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230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C671-C00D-0AE4-F03A-4788C8364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73785-41F2-A4EB-6F11-81608E74C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5F24-C026-3DE5-5D33-D0574D2B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54660-DB28-45BE-84B4-4569AA38A674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E7416-FB5C-CAA3-7441-0C23DDC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81AC9-BE6D-7512-A57E-0FCB069C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565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DCAD-04B2-395D-87CA-B1EE2F135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83D4E-239B-91E8-0C1E-9A590B1DF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2CEF-6629-9D56-EB2B-C48D0EAA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C3A7-4456-4BAC-A1E9-36AD5993F0BC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4EE02-AB3F-5982-C6CC-D8596CF6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D8EA5-18F8-C4FD-BB74-EDEE7DDB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9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0AE43-D97D-3707-ECD7-0373D3721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57094-8467-4B77-0A12-3051C2E81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2BA54-34F4-C7F7-E64E-2644CA4AB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D953-D475-46E7-9BB0-A5F38CB9B681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E3F63-DB4D-0EB8-3513-83592FF7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A500-5E35-DC88-69D9-ED01A2FB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38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8AA7-555F-289A-A0DB-B5449518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AE22-4ABB-7AB3-C9A8-44575A38A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7EFEC-6E8E-A5C9-2636-93F53D6A9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35BE0-7863-633E-AD91-52BFDE419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ED57-12C1-4765-8243-C85B80045058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2A748-5570-7D42-6651-E7DBB327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8FE15-7CFE-DBC0-6FCB-3D0F1D93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98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5DC6-3516-7EF3-7331-CEEF543A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5DF12-0890-01D3-1EE9-2C7B7413C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48A93-3E1B-6520-07E8-4073CD9C1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2F7DE-4956-115C-D3C6-0780898AE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A3986-5A4D-9B61-A9F4-3F2E93554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0FDB3-28DD-EF53-58F1-7B7D0A09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5FD4-440D-4E62-AE10-4D02A6755ABA}" type="datetime1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0E16C-6A61-936F-E1F0-FE0569F9C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67679-E320-3C8C-9AA2-947120C1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7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E66F-4D97-382F-8E0E-8A7797FD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13B6A-94F5-A479-1851-60977050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10220-C2B6-4C71-9FD1-693E046FA348}" type="datetime1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8499B-53F3-08E4-C6DE-B9A0C183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EFD72-A969-A3DB-2320-81E9AC0C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63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38E78-7D02-1A60-5C2C-B84BDD76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01F3-977D-4745-9A41-DC0571C3470A}" type="datetime1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819CD-70B3-6ACE-F14C-C7F1C850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773F9-8436-F276-3D6B-F4286C66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7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0D00-4767-A43B-BDE4-1B237E0C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09DED-9A1E-3133-22A5-FB2F716C0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4606C-A13F-31BB-183A-9BA14ED10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19FCB-6898-3BD1-5CD1-8FD9A42F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1DCC-FE64-4D7A-9211-1D109173DE65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58D2-95A5-68DD-1D1C-6C8FEECB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AC311-2686-1C19-C3C5-206B11FC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5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910-46FD-0814-3188-7F0467BA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F09BC-E4CD-D525-3D45-E1DC1344A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DA6AB-368D-5C74-6C2D-DC52181B7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111A-7300-34F7-8904-A7BC7C5A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ACC9-287D-4E10-862D-0C7116853226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5C1B0-E7C9-0A28-5338-2190F963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10721-0CFE-3376-F1E9-4F23A45F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B0C1-58C0-590E-D4B8-697F367D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740A5-5D45-F2AD-148A-DBB89DADD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3E51D-A0D2-3B7B-5670-A3148DB8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52A3C-B480-4ECE-BFD2-938ACBD3B3B5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06E21-4534-14C6-B14F-4F3F5D7B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2E1DA-4C4A-B4AB-710E-831750F0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83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B8A59-F85C-F945-9BCE-60EE4DD06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44B1F-327F-223D-1E46-666DB401D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61A3D-E5BB-F3EB-EC66-1407A36A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25E5-3668-4C35-83DF-7A7D7E97F85F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D90ED-7F35-AB8D-E2C9-15F08F42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0DF0-7BB5-6199-9858-2AA94F0A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97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5579E-7A3C-48F6-BD89-633E7CC26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D48E9-0B86-BF27-F1E4-9F4EF3AB5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DA56D-3CF0-B925-A7EF-3C4FDC149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6D55A-5526-498E-BD6A-0419E6516802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EC9E-ACF1-5E5D-2D1D-BA3B31BFB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An Inter-College Hackathon, RKMVCC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67250-2718-52F4-C931-EEBCFD927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9F71E-A96F-455D-9E7C-F0C084BF8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45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C92F44BA-5D3E-4646-4AB5-990F39A145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BC4770-A555-2FBB-DD30-FB413C8EE4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D5E6F-C571-B28D-FEA1-F868BF23A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80F506-1143-B881-8CA7-3C4F5D716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145A72-FEDB-8A19-156C-9BCA0556A2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B8B22A6-7911-ADE5-7832-A8318396CD33}"/>
              </a:ext>
            </a:extLst>
          </p:cNvPr>
          <p:cNvSpPr txBox="1"/>
          <p:nvPr/>
        </p:nvSpPr>
        <p:spPr>
          <a:xfrm>
            <a:off x="5298057" y="1320800"/>
            <a:ext cx="2339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5F77B5-7F66-31D4-8266-B51731A1AE19}"/>
              </a:ext>
            </a:extLst>
          </p:cNvPr>
          <p:cNvSpPr txBox="1"/>
          <p:nvPr/>
        </p:nvSpPr>
        <p:spPr>
          <a:xfrm>
            <a:off x="685800" y="2722880"/>
            <a:ext cx="28763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ID: -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CD24E1-A90C-5880-E6BB-E19410B6C5C0}"/>
              </a:ext>
            </a:extLst>
          </p:cNvPr>
          <p:cNvSpPr txBox="1"/>
          <p:nvPr/>
        </p:nvSpPr>
        <p:spPr>
          <a:xfrm>
            <a:off x="685800" y="3362960"/>
            <a:ext cx="3093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Title: -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52C196-1C85-BFBD-F133-EEAD9E04D4D3}"/>
              </a:ext>
            </a:extLst>
          </p:cNvPr>
          <p:cNvSpPr txBox="1"/>
          <p:nvPr/>
        </p:nvSpPr>
        <p:spPr>
          <a:xfrm>
            <a:off x="685800" y="4003040"/>
            <a:ext cx="3341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Theme: -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68B4B-ACD8-0C4E-2C91-0C949CEC8730}"/>
              </a:ext>
            </a:extLst>
          </p:cNvPr>
          <p:cNvSpPr txBox="1"/>
          <p:nvPr/>
        </p:nvSpPr>
        <p:spPr>
          <a:xfrm>
            <a:off x="685800" y="4643120"/>
            <a:ext cx="4958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Category: - Software/Hardware/Hybrid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7E6AFB-FE5C-29B0-B821-9729734CEC8D}"/>
              </a:ext>
            </a:extLst>
          </p:cNvPr>
          <p:cNvSpPr txBox="1"/>
          <p:nvPr/>
        </p:nvSpPr>
        <p:spPr>
          <a:xfrm>
            <a:off x="685800" y="5283200"/>
            <a:ext cx="1727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-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C8EC5E74-338D-F4B2-5514-31ACD801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5439317D-7F84-01EB-C027-B9DE3B0B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60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A2D083-D486-752F-3057-81212CAD91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314CF-756C-B024-AA54-93F678ED91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D95F94-3A30-EEA8-A6E2-37CDE3E14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606FDF-95C9-399F-1B04-94C86A425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41F997-0078-3B36-233E-655CDF1FAF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DC8EAB-D0D5-5FEA-3ACB-EDAF3DAD6CB2}"/>
              </a:ext>
            </a:extLst>
          </p:cNvPr>
          <p:cNvSpPr txBox="1"/>
          <p:nvPr/>
        </p:nvSpPr>
        <p:spPr>
          <a:xfrm>
            <a:off x="685800" y="1458410"/>
            <a:ext cx="10802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Market Gap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5D156-BF20-8D4B-A520-A6800C505C07}"/>
              </a:ext>
            </a:extLst>
          </p:cNvPr>
          <p:cNvSpPr txBox="1"/>
          <p:nvPr/>
        </p:nvSpPr>
        <p:spPr>
          <a:xfrm>
            <a:off x="868101" y="2395959"/>
            <a:ext cx="10620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Issue: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Clearly identify the specific security, communication, or operational breakdown affecting the system.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 the key weaknesses that prevent existing solutions from providing reliable, secure, and efficient performance.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Stakeholders: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primary individuals, organizations, or authorities directly affected by the problem and solution.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BEA6BAC-5F6A-0287-6DC9-0DC304CD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FC1439E-DCD9-46BE-04D4-4A8C0620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21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3CEE-85D8-337C-7DD6-619BA6F5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0DC62A-C38E-18AF-D558-19AE6BB94F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3A50DD-BD8A-A743-8B4D-30F10320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CE5A12-297D-1D4C-DF58-6B74CBC30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8639C3-9234-8A73-9D06-E99AA05A7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F47D38-4662-65BD-0501-455D6F58F3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88FC88-FFDB-F13C-774B-4C879552397D}"/>
              </a:ext>
            </a:extLst>
          </p:cNvPr>
          <p:cNvSpPr txBox="1"/>
          <p:nvPr/>
        </p:nvSpPr>
        <p:spPr>
          <a:xfrm>
            <a:off x="685800" y="1458410"/>
            <a:ext cx="10611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Value Proposition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7EC43-2069-B84D-4582-45C51F898753}"/>
              </a:ext>
            </a:extLst>
          </p:cNvPr>
          <p:cNvSpPr txBox="1"/>
          <p:nvPr/>
        </p:nvSpPr>
        <p:spPr>
          <a:xfrm>
            <a:off x="868101" y="2395959"/>
            <a:ext cx="106205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the solution’s primary purpose and how it securely automates the overall process.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the complete cryptographic security pipeline.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real-time audit trails and detects tampering.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dynamic access authorization even in offline conditions.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Add: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intervention and human errors.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Enforces security automatically at every stage.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reliability, transparency, and operational efficiency.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E0831-D3A9-71E8-4822-D8531BFB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F728245-5CD9-C0D4-3B32-1D3F0543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77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B881-1D69-E5B0-074C-9F3A7D40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9BB9C3-2006-3F9B-6781-9808C11F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D1171-1D6D-7EB9-0E9D-74551C65E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4F8B9-CA30-F3AB-3B0A-0298ECC9C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B44A14-1CEB-5D5C-931E-BF7DDE0A6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58D48-0D67-181C-F7FD-670943FEC4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64397-DD72-DE06-AB38-39A0A8BA320D}"/>
              </a:ext>
            </a:extLst>
          </p:cNvPr>
          <p:cNvSpPr txBox="1"/>
          <p:nvPr/>
        </p:nvSpPr>
        <p:spPr>
          <a:xfrm>
            <a:off x="685800" y="1458410"/>
            <a:ext cx="10492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Technical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88448-E741-E5D8-BCE9-2DC0FD4268EA}"/>
              </a:ext>
            </a:extLst>
          </p:cNvPr>
          <p:cNvSpPr txBox="1"/>
          <p:nvPr/>
        </p:nvSpPr>
        <p:spPr>
          <a:xfrm>
            <a:off x="868101" y="2395959"/>
            <a:ext cx="106205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Layout: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major system components and their connections from data input to final user access.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Tech Stack: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initiates transfer → Data is validated and processed → Data is encrypted and securely stored → Authorized recipient accesses and verifies the data.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A9A84-9B52-B3AE-B149-204A48B3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C4C93D-568C-F2B5-8248-2FC45D42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909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B389-EDBD-FEAA-83C4-1938FFDD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5B807B-6F3D-6CF6-CDD7-FB8266C7ED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7C7AA8-EA09-8E77-E0DB-C57F16FE5E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F6A72C-7C18-3B91-8C9F-8DD57E12E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14FD90-7A19-00CF-B1E5-E80BDD5E0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53998B-CD6C-D3D5-63B0-7CC0F4E74C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1D8CA-A477-453B-760D-C25C14B14A1C}"/>
              </a:ext>
            </a:extLst>
          </p:cNvPr>
          <p:cNvSpPr txBox="1"/>
          <p:nvPr/>
        </p:nvSpPr>
        <p:spPr>
          <a:xfrm>
            <a:off x="685800" y="1458410"/>
            <a:ext cx="10356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Uniqueness &amp; Competitive 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0F96E-B65C-E485-3673-6200A177FB7A}"/>
              </a:ext>
            </a:extLst>
          </p:cNvPr>
          <p:cNvSpPr txBox="1"/>
          <p:nvPr/>
        </p:nvSpPr>
        <p:spPr>
          <a:xfrm>
            <a:off x="868101" y="2395959"/>
            <a:ext cx="106205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Factor: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the unique technologies and design approaches that differentiate the system from existing solutions.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Matrix: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architecture, manual monitoring, and delayed threat detection.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System: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architecture, cryptographic traceability, and real-time automated threat response.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Edge: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stronger security, faster detection, greater transparency, and reduced dependence on centralized control.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5BAD38-3DFF-8128-7280-91351F82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2AF2BB-C712-19B3-52D9-C1F8F0B8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4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5CF32-835B-7912-4051-884A1913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483255-C4C6-773C-1FA4-E7FB389DCE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77167-B550-F311-4B70-A83E6A113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5437A1-00D7-93A9-6088-CF36514A9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E3CE6B-D732-FACB-4F7E-414EED222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8A04E5-1945-9159-D143-46A5F99422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E4AE67-40F2-FA56-FD83-7C237238DFD7}"/>
              </a:ext>
            </a:extLst>
          </p:cNvPr>
          <p:cNvSpPr txBox="1"/>
          <p:nvPr/>
        </p:nvSpPr>
        <p:spPr>
          <a:xfrm>
            <a:off x="685800" y="1458410"/>
            <a:ext cx="10518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Risks &amp; Mitigation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D45EDD-5C96-7C7B-B5B3-00E602BD02A0}"/>
              </a:ext>
            </a:extLst>
          </p:cNvPr>
          <p:cNvSpPr txBox="1"/>
          <p:nvPr/>
        </p:nvSpPr>
        <p:spPr>
          <a:xfrm>
            <a:off x="868101" y="2395959"/>
            <a:ext cx="106205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practical implementation using open-source technologies, efficient services, and standard hardware.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Risks &amp; Mitigations: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Issues: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connectivity or network delays may affect communication.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lightweight data, local cryptographic caching, and delayed synchronization.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Compromise: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Unauthorized access to cryptographic keys at edge devices may threaten security.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hardware-backed key storage and multi-party security mechanisms.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AC6FB-66AE-9260-1E29-DACE3F6E0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91C756-52F3-9853-25DE-D52D5787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3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B74D2-DE95-DAE2-4B0B-A165F62A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B5932-12AE-DDBD-05F6-66BED31186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F20267-8842-BD2E-2290-FF76C61B1C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DF2C9-D2B0-BFF8-4150-D5FBA2BDF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55B3FD-6334-B100-19F8-EF3C52E3AD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D384DB-97D8-F9A4-E634-D389E09C82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B0203C-E954-17FA-E2C6-BEF0A7A8A016}"/>
              </a:ext>
            </a:extLst>
          </p:cNvPr>
          <p:cNvSpPr txBox="1"/>
          <p:nvPr/>
        </p:nvSpPr>
        <p:spPr>
          <a:xfrm>
            <a:off x="685800" y="1458410"/>
            <a:ext cx="10622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Impact, Scalability &amp; Implementation 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695D6-DA6D-CCFE-9D1A-0E97AD912DC7}"/>
              </a:ext>
            </a:extLst>
          </p:cNvPr>
          <p:cNvSpPr txBox="1"/>
          <p:nvPr/>
        </p:nvSpPr>
        <p:spPr>
          <a:xfrm>
            <a:off x="868101" y="2395959"/>
            <a:ext cx="106205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Impact: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 the expected improvements and measurable benefits of the proposed solution.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Roadmap: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how the solution will progress from initial development to testing and final deployment.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 development and basic implementation.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Testing, evaluation, and improvements.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deployment and large-scale implementation.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5D67E-A1E1-3897-75CE-525E97A2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686603-78FE-927B-3E1B-9D80DF48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38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7E02-EC5E-7297-9DC2-71080636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ADE0AF-17E6-3813-2FFD-0C40987AD9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t="682" b="1"/>
          <a:stretch>
            <a:fillRect/>
          </a:stretch>
        </p:blipFill>
        <p:spPr>
          <a:xfrm>
            <a:off x="3221555" y="1142997"/>
            <a:ext cx="5748890" cy="5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6C04F-97FC-4872-6F01-7117D59BC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6" b="-1"/>
          <a:stretch>
            <a:fillRect/>
          </a:stretch>
        </p:blipFill>
        <p:spPr>
          <a:xfrm>
            <a:off x="1912251" y="245745"/>
            <a:ext cx="913553" cy="897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839DE2-DF97-F7BD-B0D3-C1084F017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7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53F652-5DC4-DC4C-EAB1-955AD58A65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510" y="571497"/>
            <a:ext cx="223024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4581E4-2CE0-0B5D-FD21-A0233A5C5B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063" b="15556"/>
          <a:stretch>
            <a:fillRect/>
          </a:stretch>
        </p:blipFill>
        <p:spPr>
          <a:xfrm>
            <a:off x="3587496" y="228597"/>
            <a:ext cx="3791712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145BC-4E5E-FAB5-D206-E88828F4CE47}"/>
              </a:ext>
            </a:extLst>
          </p:cNvPr>
          <p:cNvSpPr txBox="1"/>
          <p:nvPr/>
        </p:nvSpPr>
        <p:spPr>
          <a:xfrm>
            <a:off x="685800" y="1458410"/>
            <a:ext cx="10622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Competency, References &amp; Demos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BBAA5-0FB1-8D51-A69B-BD808EA32E0E}"/>
              </a:ext>
            </a:extLst>
          </p:cNvPr>
          <p:cNvSpPr txBox="1"/>
          <p:nvPr/>
        </p:nvSpPr>
        <p:spPr>
          <a:xfrm>
            <a:off x="868101" y="2395959"/>
            <a:ext cx="10620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Competency: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the team’s relevant skills, experience, roles, and ability to execute the proposed solution.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Mention the reliable sources, research, standards, or existing work that support the proposed approach. 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Showcase the working prototype, key features, and practical demonstration of the solution.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AB5E8-E49C-2C51-1768-A2DB7C5E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 Inter-College Hackathon, RKMVCC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570C96-B79A-DA89-A946-6EF3273E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9F71E-A96F-455D-9E7C-F0C084BF8B8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679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562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RAJDEEP PAL</dc:creator>
  <cp:lastModifiedBy>RAJDEEP PAL</cp:lastModifiedBy>
  <cp:revision>1</cp:revision>
  <dcterms:created xsi:type="dcterms:W3CDTF">2026-08-21T07:17:48Z</dcterms:created>
  <dcterms:modified xsi:type="dcterms:W3CDTF">2026-08-21T07:18:54Z</dcterms:modified>
</cp:coreProperties>
</file>